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3" name="Image 0" descr="https://media.base44.com/images/public/6a95d675a12ae82453682890/0ae5015c5_generated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93208" y="64008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F46E5"/>
                </a:solidFill>
              </a:rPr>
              <a:t>SALES ENABLEMENT DECK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172A"/>
                </a:solidFill>
              </a:rPr>
              <a:t>Vakil Case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1371600" y="44348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</a:rPr>
              <a:t>The all-in-one practice management platform for modern law firms — cases, clients, billing, documents, and trust accounting in one secure workspace.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15+ Modules   ·   100% INR Billing   ·   Secure Access Control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Law firms run on friction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Disjointed tools and manual workflows drain billable hours and create risk.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4231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Scattered documents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Case files spread across email, drives, and paper — hard to find and easy to lose.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4231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 billing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514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Invoices tracked in spreadsheets lead to missed revenue and delayed payments.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118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Missed hearings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central calendar means adjournments and deadlines slip through the cracks.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4612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6118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 visibility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Partners can't see case status, workload, or firm performance in real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8006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security risk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Client confidentiality exposed when access isn't controlled per person.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486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48006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Onboarding overhead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Intake, conflict checks, and engagement letters handled by hand, case by case.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One platform for the entire firm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Vakil Case replaces a dozen disconnected tools with a single, secure system of record.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Track every matter from intake to judgment with status, priority, risk, and hearing dates.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Client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complete CRM for prospects, onboarded, and active clients with conflict checks.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Lawyer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Profiles, specializations, bar credentials, ratings, and verification in one place.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690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Billing &amp; Invoices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Generate, send, and track invoices — fully in INR with partial-payment tracking.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8862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40690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Documents &amp; E-Sign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Store, organize, and request legally-binding e-signatures on any document.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38862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40690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Trust Accounting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Separate trust and operating accounts with full transaction ledgers.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1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 command center for the whole firm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At-a-glance KPIs, recent activity, and upcoming hearings keep partners in control.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48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22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Upcoming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52560" y="2057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Pending 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897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₹4.2L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926080"/>
                <a:gridCol w="219456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Next hearing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Sharma v. Mehta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Rajesh Sharma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Trial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12 Sep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Estate of Verma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Anita Verma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Discovery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18 Sep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Sun Corp. Merger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Filed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Real-time KPIs — cases, active matters, hearings, and outstanding billing, all live.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Upcoming hearings surfaced so no court date is ever missed.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Recent activity shows exactly what changed across the firm today.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2 · CLIENTS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Manage your client roster with confidence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From first prospect to active engagement — every client, fully profiled.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64592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Email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Phone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Lawyer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Rajesh Sharma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rajesh@email.com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+91 98...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Active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A. Gupta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Anita Verma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anita@email.com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+91 99...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Onboarded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S. Rao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legal@sun.co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+91 80...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Prospect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A. Gupta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Full client profiles — contact, ID, occupation, notes, and assigned lawyer.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Lifecycle statuses — prospect → onboarded → active → archived.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Conflict checks flag risks before engagement to protect the firm.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3 ·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Every matter, from intake to judgment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16 case categories, 16 lifecycle stages, and full risk + priority tracking.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1645920"/>
                <a:gridCol w="164592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Title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Sharma v. Mehta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Civil Litigation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Trial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Urgent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Rajesh Sharma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Estate of Verma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Estate Planning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Discovery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Anita Verma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Sun Corp. Merger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Corporate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Filed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16 practice areas — criminal, family, corporate, IP, tax, and more.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Full lifecycle — intake → conflict → engagement → filed → trial → closed.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Risk &amp; priority surface the matters that need attention first.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4 · LAWYER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Your team, fully credentialled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Profiles, bar credentials, specializations, ratings, and verification status.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828800"/>
                <a:gridCol w="118872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Specialization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Bar 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Years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Adv. A. Gupta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Criminal Law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DL/1234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Verified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Adv. S. Rao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Family Law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MH/5678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Under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Adv. P. Nair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Corporate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KL/9012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Verified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Bar credentials — registration number and bar council on every profile.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Verification workflow — pending → under review → verified → suspended.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Ratings &amp; reviews to track performance and client satisfaction.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5 · INVOICES &amp; BILLING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Billing that gets you paid — in INR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Create, send, and track invoices with partial payments and overdue alerts.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828800"/>
                <a:gridCol w="1737360"/>
                <a:gridCol w="16459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Invoice 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Amount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Paid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</a:rPr>
                        <a:t>Due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INV-1042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Rajesh Sharma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₹85,000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₹85,000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INV-1043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Anita Verma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₹1,20,000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₹60,000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20 Sep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INV-1044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Sun Industries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₹2,50,000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₹0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Overdue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01 Sep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Native INR billing — all invoices and trust ledgers in Indian Rupees.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Payment tracking — partial payments and outstanding balances at a glance.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Status automation — draft → sent → partial → paid, with overdue alerts.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6 · DOCUMENTS &amp; E-SIGNATURE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Every file, organized and signed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Secure document storage with legally-binding e-signature requests.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Document Library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Upload, categorize, and link documents to cases and clients with access-level controls.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8600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E-Signature Requests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Send engagement letters and contracts for signature; track pending, viewed, signed, and declined.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233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Document Templates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Firm-wide templates for letters, court filings, contracts, and notices — jurisdiction-aware.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54864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233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Confidentiality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Mark documents confidential with lawyer-only or admin-only access levels.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7 ·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Trust accounting, time, tasks &amp; intake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The operational backbone that keeps a firm compliant and on schedule.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Trust Accounting — separate trust and operating accounts with full deposit/withdrawal ledgers and running balances.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Time Tracking — log billable hours per case with rates and billing flags; never lose trackable time again.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Tasks — assign tasks to team members with due dates and priority, synced to cases.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Intake Forms — publish public intake forms that capture leads and convert them to clients and cases.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Email Log — track inbound and outbound correspondence linked to cases and clients.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Court Updates — log hearing outcomes, judges, and next dates to keep every matter current.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SCREEN 8 · BUILT-IN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An AI assistant inside the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Research, draft, and summarize — without ever leaving Vakil Case.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Legal Research Assistant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Ask a legal question and get a sourced answer right inside the dashboard.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4028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Draft Documents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 first drafts of letters, notices, and client updates from templates.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947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Summarize Case Files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Condense case history, notes, and hearing logs into a brief summary.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486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794760"/>
            <a:ext cx="45720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Triage Intake Submissions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2976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 reviews new intake submissions and flags the matters worth pursuing.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30A3"/>
                </a:solidFill>
              </a:rPr>
              <a:t>Built in — no separate AI accounts or websites to visit. External AI models (e.g., ChatGPT, Claude) can also be connected through the backend, so lawyers never leave your platform.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SECURITY &amp; ACCESS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Bank-grade security, by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Your firm's data is locked down and accessible only to those you authorise.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Row-level security — every record protected; only authorised admin accounts can read, create, edit, or delete.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Admin-only writes — no unauthorised edits are ever possible.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INR-only billing — currency compliance built in across fees, trust, and subscriptions.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Private access — login required; the platform is locked to the account owner.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Confidentiality controls — lawyer-only and admin-only document access levels.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Your data stays yours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</a:rPr>
              <a:t>Confidential client information, case strategy, and financials — protected at every layer.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WHY VAKIL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Built for Indian law firms, ready to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Purpose-built for the way Indian advocates actually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INR-native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 amount — fees, trust, retainers, subscriptions — in Indian Rupees.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Jurisdiction-aware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India-first with templates tuned for Indian courts and bar councils.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All-in-one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Replace 6+ disconnected tools with one secure platform.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Easy to adopt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Clean, intuitive interface your team learns in minutes.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79476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Firm-ready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From solo advocates to multi-lawyer firms.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5661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Fast to deploy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Live in a day — no IT team required.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PLANS &amp; 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Simple plans, in INR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Start free. Scale as your firm grows.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₹0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forever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Up to 10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Basic CRM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1 user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STARTER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₹1,499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Up to 100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Invoicing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Documents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69748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057400"/>
            <a:ext cx="2697480" cy="45720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148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₹3,999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/month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Unlimited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Trust accounting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E-signature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Time tracking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205740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26974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Custom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52560" y="3246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3794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Multi-lawyer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SSO + audit logs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Priority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21808" y="749808"/>
            <a:ext cx="1517904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</p:spPr>
      </p:sp>
      <p:pic>
        <p:nvPicPr>
          <p:cNvPr id="3" name="Image 0" descr="https://media.base44.com/images/public/6a95d675a12ae82453682890/0ae5015c5_generated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9144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7D2FE"/>
                </a:solidFill>
              </a:rPr>
              <a:t>LET'S TALK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See Vakil Case in action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Book a live walkthrough and we'll tailor the demo to your practice area.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30-minute live demo  ·  Tailored to your practice area  ·  Free trial setup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18304" y="5303520"/>
            <a:ext cx="2743200" cy="7315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718304" y="5303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Book a demo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© 2026 Vakil Case   ·   www.vakilcase.com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Vakil Case - Sales Presentation</dc:title>
  <dc:subject>Practice management platform for law firms</dc:subject>
  <dc:creator>Vakil Case</dc:creator>
  <cp:lastModifiedBy>Vakil Case</cp:lastModifiedBy>
  <cp:revision>1</cp:revision>
  <dcterms:created xsi:type="dcterms:W3CDTF">2026-09-03T17:59:39Z</dcterms:created>
  <dcterms:modified xsi:type="dcterms:W3CDTF">2026-09-03T17:59:39Z</dcterms:modified>
</cp:coreProperties>
</file>